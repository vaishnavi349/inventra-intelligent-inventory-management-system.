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sldIdLst>
    <p:sldId id="256" r:id="rId2"/>
    <p:sldId id="257" r:id="rId3"/>
    <p:sldId id="259" r:id="rId4"/>
    <p:sldId id="258" r:id="rId5"/>
    <p:sldId id="263" r:id="rId6"/>
    <p:sldId id="264" r:id="rId7"/>
    <p:sldId id="265" r:id="rId8"/>
    <p:sldId id="266" r:id="rId9"/>
    <p:sldId id="267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6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226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669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0823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701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510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8693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752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0089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66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885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22703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8652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09407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5179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86519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74732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7348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2431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0B1E1-4CBC-2F64-5E4C-B828BF5D8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8736" y="-786581"/>
            <a:ext cx="7364361" cy="4326194"/>
          </a:xfrm>
        </p:spPr>
        <p:txBody>
          <a:bodyPr>
            <a:normAutofit/>
          </a:bodyPr>
          <a:lstStyle/>
          <a:p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Inventra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Intelligent Inventory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669941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C0004-291E-050B-4D1D-D384C88B3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Inventra</a:t>
            </a: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Intelligent Inventory Management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00BD6-06D1-B284-52B3-6D5B555D4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 digital  solution designed to help small businesses track ,manage, and control inventory in an organized and automated way.</a:t>
            </a:r>
          </a:p>
        </p:txBody>
      </p:sp>
    </p:spTree>
    <p:extLst>
      <p:ext uri="{BB962C8B-B14F-4D97-AF65-F5344CB8AC3E}">
        <p14:creationId xmlns:p14="http://schemas.microsoft.com/office/powerpoint/2010/main" val="369058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DBFAC-DDF3-6ECC-E48E-A13089748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PROJECT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29103-6BE6-870A-5717-7474C1C97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Inventra</a:t>
            </a:r>
            <a:r>
              <a:rPr lang="en-US" dirty="0"/>
              <a:t> is a smart, automated, and user-friendly Inventory Management System built using a complete Java Full-Stack architecture.</a:t>
            </a:r>
          </a:p>
          <a:p>
            <a:r>
              <a:rPr lang="en-US" dirty="0"/>
              <a:t>The system enables businesses to efficiently:</a:t>
            </a:r>
          </a:p>
          <a:p>
            <a:r>
              <a:rPr lang="en-US" dirty="0"/>
              <a:t>Track and manage stock levels in real time</a:t>
            </a:r>
          </a:p>
          <a:p>
            <a:r>
              <a:rPr lang="en-US" dirty="0"/>
              <a:t>Handle supplier information and purchase orders</a:t>
            </a:r>
          </a:p>
          <a:p>
            <a:r>
              <a:rPr lang="en-US" dirty="0"/>
              <a:t>Monitor product movement and sales</a:t>
            </a:r>
          </a:p>
          <a:p>
            <a:r>
              <a:rPr lang="en-US" dirty="0"/>
              <a:t>Avoid issues like over-stocking and stock-outs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1421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B375F-879A-53CC-277B-65B7FFFEF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PROJECT STATEMENT</a:t>
            </a:r>
            <a:endParaRPr lang="en-IN" sz="4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12BE8-A14D-E4CE-A4BB-4561E4A7D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Small businesses often face problems like:</a:t>
            </a:r>
          </a:p>
          <a:p>
            <a:r>
              <a:rPr lang="en-US" dirty="0"/>
              <a:t>Not knowing the exact stock level</a:t>
            </a:r>
          </a:p>
          <a:p>
            <a:r>
              <a:rPr lang="en-US" dirty="0"/>
              <a:t>Forgetting to reorder low items</a:t>
            </a:r>
          </a:p>
          <a:p>
            <a:r>
              <a:rPr lang="en-US" dirty="0"/>
              <a:t>Mismanaging daily stock movements</a:t>
            </a:r>
          </a:p>
          <a:p>
            <a:r>
              <a:rPr lang="en-US" dirty="0"/>
              <a:t>Losing track of sales and purchases</a:t>
            </a:r>
          </a:p>
          <a:p>
            <a:r>
              <a:rPr lang="en-US" dirty="0"/>
              <a:t>Manual errors in stock calculations</a:t>
            </a:r>
          </a:p>
          <a:p>
            <a:r>
              <a:rPr lang="en-US" dirty="0"/>
              <a:t>Difficulty preparing reports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4614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77BF1-7EA3-8C21-A9D8-9D387422F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0A63C-DDE0-7DAD-A8BF-01E02DF2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711" y="2596261"/>
            <a:ext cx="10169012" cy="367672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Number of Modules:</a:t>
            </a:r>
          </a:p>
          <a:p>
            <a:pPr marL="0" indent="0">
              <a:buNone/>
            </a:pPr>
            <a:r>
              <a:rPr lang="en-US" dirty="0"/>
              <a:t>1. Authentication Module</a:t>
            </a:r>
          </a:p>
          <a:p>
            <a:pPr marL="0" indent="0">
              <a:buNone/>
            </a:pPr>
            <a:r>
              <a:rPr lang="en-US" dirty="0"/>
              <a:t>2. Product / Inventory Management Module</a:t>
            </a:r>
          </a:p>
          <a:p>
            <a:pPr marL="0" indent="0">
              <a:buNone/>
            </a:pPr>
            <a:r>
              <a:rPr lang="en-US" dirty="0"/>
              <a:t>3. Inventory Alerts Module</a:t>
            </a:r>
          </a:p>
          <a:p>
            <a:pPr marL="0" indent="0">
              <a:buNone/>
            </a:pPr>
            <a:r>
              <a:rPr lang="en-US" dirty="0"/>
              <a:t>4. Reports &amp; Analytics Module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9709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654BF-0BC2-DD71-EE73-00646C889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1. Authentication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398A8-7B61-56D4-B369-ADAC77F42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Purpose</a:t>
            </a:r>
            <a:r>
              <a:rPr lang="en-IN" dirty="0"/>
              <a:t>: Handles user login and role-based access.</a:t>
            </a:r>
          </a:p>
          <a:p>
            <a:pPr marL="0" indent="0">
              <a:buNone/>
            </a:pPr>
            <a:r>
              <a:rPr lang="en-IN" b="1" dirty="0"/>
              <a:t>Working Process:</a:t>
            </a:r>
          </a:p>
          <a:p>
            <a:r>
              <a:rPr lang="en-IN" dirty="0"/>
              <a:t>User enters username &amp; password</a:t>
            </a:r>
          </a:p>
          <a:p>
            <a:r>
              <a:rPr lang="en-IN" dirty="0" err="1"/>
              <a:t>AuthController</a:t>
            </a:r>
            <a:r>
              <a:rPr lang="en-IN" dirty="0"/>
              <a:t> → </a:t>
            </a:r>
            <a:r>
              <a:rPr lang="en-IN" dirty="0" err="1"/>
              <a:t>AuthService</a:t>
            </a:r>
            <a:r>
              <a:rPr lang="en-IN" dirty="0"/>
              <a:t> → </a:t>
            </a:r>
            <a:r>
              <a:rPr lang="en-IN" dirty="0" err="1"/>
              <a:t>UserRepository</a:t>
            </a:r>
            <a:endParaRPr lang="en-IN" dirty="0"/>
          </a:p>
          <a:p>
            <a:r>
              <a:rPr lang="en-IN" dirty="0"/>
              <a:t>Database check (Users Table)</a:t>
            </a:r>
          </a:p>
          <a:p>
            <a:r>
              <a:rPr lang="en-IN" dirty="0"/>
              <a:t>If credentials match → Login Successful</a:t>
            </a:r>
          </a:p>
          <a:p>
            <a:r>
              <a:rPr lang="en-IN" dirty="0"/>
              <a:t>If not → Login Failed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7650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5B392-F7CF-F9CF-5ECF-8B329F620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2. Product / Inventory Management Module</a:t>
            </a:r>
            <a:endParaRPr lang="en-IN" sz="3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C65BA-9040-FF3E-9F9B-05FCA1A70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389240"/>
            <a:ext cx="9601196" cy="388374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sz="3200" b="1" dirty="0"/>
              <a:t>Purpose</a:t>
            </a:r>
            <a:r>
              <a:rPr lang="en-IN" dirty="0"/>
              <a:t>: Manages products and stock data.</a:t>
            </a:r>
          </a:p>
          <a:p>
            <a:pPr marL="0" indent="0">
              <a:buNone/>
            </a:pPr>
            <a:r>
              <a:rPr lang="en-IN" sz="2900" b="1" dirty="0"/>
              <a:t>Working Process:</a:t>
            </a:r>
          </a:p>
          <a:p>
            <a:r>
              <a:rPr lang="en-IN" dirty="0" err="1"/>
              <a:t>ProductController</a:t>
            </a:r>
            <a:r>
              <a:rPr lang="en-IN" dirty="0"/>
              <a:t> receives request</a:t>
            </a:r>
          </a:p>
          <a:p>
            <a:r>
              <a:rPr lang="en-IN" dirty="0" err="1"/>
              <a:t>ProductService</a:t>
            </a:r>
            <a:r>
              <a:rPr lang="en-IN" dirty="0"/>
              <a:t> performs operations</a:t>
            </a:r>
          </a:p>
          <a:p>
            <a:r>
              <a:rPr lang="en-IN" dirty="0" err="1"/>
              <a:t>ProductRepository</a:t>
            </a:r>
            <a:r>
              <a:rPr lang="en-IN" dirty="0"/>
              <a:t> communicates with database</a:t>
            </a:r>
          </a:p>
          <a:p>
            <a:r>
              <a:rPr lang="en-IN" dirty="0"/>
              <a:t>Database updates Product Table</a:t>
            </a:r>
          </a:p>
          <a:p>
            <a:pPr marL="0" indent="0">
              <a:buNone/>
            </a:pPr>
            <a:r>
              <a:rPr lang="en-IN" sz="2900" dirty="0"/>
              <a:t>Example operations</a:t>
            </a:r>
            <a:r>
              <a:rPr lang="en-IN" dirty="0"/>
              <a:t>:</a:t>
            </a:r>
          </a:p>
          <a:p>
            <a:r>
              <a:rPr lang="en-IN" dirty="0"/>
              <a:t>Add Product</a:t>
            </a:r>
          </a:p>
          <a:p>
            <a:r>
              <a:rPr lang="en-IN" dirty="0"/>
              <a:t>Update Stock</a:t>
            </a:r>
          </a:p>
          <a:p>
            <a:r>
              <a:rPr lang="en-IN" dirty="0"/>
              <a:t>Fetch Product List</a:t>
            </a:r>
          </a:p>
        </p:txBody>
      </p:sp>
    </p:spTree>
    <p:extLst>
      <p:ext uri="{BB962C8B-B14F-4D97-AF65-F5344CB8AC3E}">
        <p14:creationId xmlns:p14="http://schemas.microsoft.com/office/powerpoint/2010/main" val="4031786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940F7-294E-A429-875D-F7F5DF4AE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3. Inventory Alerts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BD5C8-C938-2FBC-E5E5-7B87F1CAE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08903"/>
            <a:ext cx="9601196" cy="38542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b="1" dirty="0"/>
              <a:t>Purpose:</a:t>
            </a:r>
          </a:p>
          <a:p>
            <a:r>
              <a:rPr lang="en-IN" dirty="0"/>
              <a:t>Generates alerts when stock is low</a:t>
            </a:r>
          </a:p>
          <a:p>
            <a:r>
              <a:rPr lang="en-IN" dirty="0"/>
              <a:t>Monitoring the stock level</a:t>
            </a:r>
          </a:p>
          <a:p>
            <a:r>
              <a:rPr lang="en-IN" dirty="0"/>
              <a:t>Generating alerts</a:t>
            </a:r>
          </a:p>
          <a:p>
            <a:r>
              <a:rPr lang="en-IN" dirty="0"/>
              <a:t>Checking the reorder threshold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7657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AD1C1-C173-0771-E1A3-E6DFD4FA2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4. Reports &amp; Analytics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0E6C5-0B3F-62D3-5748-325685E01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6963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Purpose: </a:t>
            </a:r>
          </a:p>
          <a:p>
            <a:r>
              <a:rPr lang="en-US" dirty="0"/>
              <a:t>Generates reports and business insights.</a:t>
            </a:r>
          </a:p>
          <a:p>
            <a:pPr marL="0" indent="0">
              <a:buNone/>
            </a:pPr>
            <a:r>
              <a:rPr lang="en-US" sz="2000" b="1" dirty="0"/>
              <a:t>Working Process:</a:t>
            </a:r>
          </a:p>
          <a:p>
            <a:r>
              <a:rPr lang="en-US" dirty="0" err="1"/>
              <a:t>ReportController</a:t>
            </a:r>
            <a:r>
              <a:rPr lang="en-US" dirty="0"/>
              <a:t> receives report request</a:t>
            </a:r>
          </a:p>
          <a:p>
            <a:r>
              <a:rPr lang="en-US" dirty="0" err="1"/>
              <a:t>ReportService</a:t>
            </a:r>
            <a:r>
              <a:rPr lang="en-US" dirty="0"/>
              <a:t> processes data</a:t>
            </a:r>
          </a:p>
          <a:p>
            <a:r>
              <a:rPr lang="en-US" dirty="0" err="1"/>
              <a:t>ReportRepository</a:t>
            </a:r>
            <a:r>
              <a:rPr lang="en-US" dirty="0"/>
              <a:t> fetches data</a:t>
            </a:r>
          </a:p>
        </p:txBody>
      </p:sp>
    </p:spTree>
    <p:extLst>
      <p:ext uri="{BB962C8B-B14F-4D97-AF65-F5344CB8AC3E}">
        <p14:creationId xmlns:p14="http://schemas.microsoft.com/office/powerpoint/2010/main" val="1860483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F46C7-7A6F-6149-2F5B-FC71AB545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Module 3 – Inventory Alerts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F453F-0569-B82F-8C92-B3D26626D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Purpose of Inventory Alerts</a:t>
            </a:r>
          </a:p>
          <a:p>
            <a:r>
              <a:rPr lang="en-US" dirty="0"/>
              <a:t>Prevent stock-out situations</a:t>
            </a:r>
          </a:p>
          <a:p>
            <a:r>
              <a:rPr lang="en-US" dirty="0"/>
              <a:t>Monitor low stock automatically</a:t>
            </a:r>
          </a:p>
          <a:p>
            <a:r>
              <a:rPr lang="en-US" dirty="0"/>
              <a:t>Inform responsible staff on time</a:t>
            </a:r>
          </a:p>
          <a:p>
            <a:r>
              <a:rPr lang="en-US" dirty="0"/>
              <a:t>Improve inventory decision-making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0609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A832C-31B9-2D3D-BC9A-7E80C1382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Why Inventory Alerts Are Needed</a:t>
            </a:r>
            <a:endParaRPr lang="en-IN" sz="4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CFEAF29-AABA-4B9F-556C-F548BF222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Manual stock checking is time-consuming</a:t>
            </a:r>
          </a:p>
          <a:p>
            <a:r>
              <a:rPr lang="en-US" dirty="0"/>
              <a:t>Low stock may cause business loss</a:t>
            </a:r>
          </a:p>
          <a:p>
            <a:r>
              <a:rPr lang="en-IN" dirty="0"/>
              <a:t>Alerts ensure quick action</a:t>
            </a:r>
          </a:p>
          <a:p>
            <a:r>
              <a:rPr lang="en-IN" dirty="0"/>
              <a:t>Helps maintain continuous supply</a:t>
            </a:r>
          </a:p>
        </p:txBody>
      </p:sp>
    </p:spTree>
    <p:extLst>
      <p:ext uri="{BB962C8B-B14F-4D97-AF65-F5344CB8AC3E}">
        <p14:creationId xmlns:p14="http://schemas.microsoft.com/office/powerpoint/2010/main" val="3456934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71602-09D3-76C1-BB2F-96D2A3874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Classes and Database Table Requirement</a:t>
            </a:r>
            <a:endParaRPr lang="en-IN" sz="4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8F7DD9F-D078-3B9F-C821-C6307D9BF8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8062994"/>
              </p:ext>
            </p:extLst>
          </p:nvPr>
        </p:nvGraphicFramePr>
        <p:xfrm>
          <a:off x="1295400" y="2557463"/>
          <a:ext cx="960119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399">
                  <a:extLst>
                    <a:ext uri="{9D8B030D-6E8A-4147-A177-3AD203B41FA5}">
                      <a16:colId xmlns:a16="http://schemas.microsoft.com/office/drawing/2014/main" val="3045806773"/>
                    </a:ext>
                  </a:extLst>
                </a:gridCol>
                <a:gridCol w="3200399">
                  <a:extLst>
                    <a:ext uri="{9D8B030D-6E8A-4147-A177-3AD203B41FA5}">
                      <a16:colId xmlns:a16="http://schemas.microsoft.com/office/drawing/2014/main" val="2721913515"/>
                    </a:ext>
                  </a:extLst>
                </a:gridCol>
                <a:gridCol w="3200399">
                  <a:extLst>
                    <a:ext uri="{9D8B030D-6E8A-4147-A177-3AD203B41FA5}">
                      <a16:colId xmlns:a16="http://schemas.microsoft.com/office/drawing/2014/main" val="11465870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Class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Needs DB Table?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0616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Uses existing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products</a:t>
                      </a:r>
                      <a:r>
                        <a:rPr lang="en-IN"/>
                        <a:t> 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88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Alert (Model)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Stores generated alerts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6905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AlertRepository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Only performs DB operations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8112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AlertService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Contains business logic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96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AlertController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Handles UI/API requests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843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8028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AF6FF-C481-8813-8314-75DD67CE3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AlertService</a:t>
            </a: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Class</a:t>
            </a:r>
            <a:br>
              <a:rPr lang="en-IN" dirty="0"/>
            </a:br>
            <a:r>
              <a:rPr lang="en-IN" sz="4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Pseudocode:</a:t>
            </a:r>
            <a:endParaRPr lang="en-IN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4B60D-707B-B042-C4F1-2A1C8FD59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600" dirty="0"/>
              <a:t>CLASS </a:t>
            </a:r>
            <a:r>
              <a:rPr lang="en-IN" sz="2600" dirty="0" err="1"/>
              <a:t>AlertService</a:t>
            </a:r>
            <a:endParaRPr lang="en-IN" sz="2600" dirty="0"/>
          </a:p>
          <a:p>
            <a:pPr marL="0" indent="0">
              <a:buNone/>
            </a:pPr>
            <a:r>
              <a:rPr lang="en-IN" sz="2600" dirty="0"/>
              <a:t>     FUNCTION </a:t>
            </a:r>
            <a:r>
              <a:rPr lang="en-IN" sz="2600" dirty="0" err="1"/>
              <a:t>checkLowStock</a:t>
            </a:r>
            <a:r>
              <a:rPr lang="en-IN" sz="2600" dirty="0"/>
              <a:t>(product)</a:t>
            </a:r>
          </a:p>
          <a:p>
            <a:pPr marL="0" indent="0">
              <a:buNone/>
            </a:pPr>
            <a:r>
              <a:rPr lang="en-IN" sz="2600" dirty="0"/>
              <a:t>       IF </a:t>
            </a:r>
            <a:r>
              <a:rPr lang="en-IN" sz="2600" dirty="0" err="1"/>
              <a:t>product.stock</a:t>
            </a:r>
            <a:r>
              <a:rPr lang="en-IN" sz="2600" dirty="0"/>
              <a:t> &lt; </a:t>
            </a:r>
            <a:r>
              <a:rPr lang="en-IN" sz="2600" dirty="0" err="1"/>
              <a:t>product.minStockLevel</a:t>
            </a:r>
            <a:r>
              <a:rPr lang="en-IN" sz="2600" dirty="0"/>
              <a:t> THEN</a:t>
            </a:r>
          </a:p>
          <a:p>
            <a:pPr marL="0" indent="0">
              <a:buNone/>
            </a:pPr>
            <a:r>
              <a:rPr lang="en-IN" sz="2600" dirty="0"/>
              <a:t>            </a:t>
            </a:r>
            <a:r>
              <a:rPr lang="en-IN" sz="2600" dirty="0" err="1"/>
              <a:t>NotificationService.sendAlert</a:t>
            </a:r>
            <a:r>
              <a:rPr lang="en-IN" sz="2600" dirty="0"/>
              <a:t>(product)</a:t>
            </a:r>
          </a:p>
          <a:p>
            <a:pPr marL="0" indent="0">
              <a:buNone/>
            </a:pPr>
            <a:r>
              <a:rPr lang="en-IN" sz="2600" dirty="0"/>
              <a:t>        END IF</a:t>
            </a:r>
          </a:p>
          <a:p>
            <a:pPr marL="0" indent="0">
              <a:buNone/>
            </a:pPr>
            <a:r>
              <a:rPr lang="en-IN" sz="2600" dirty="0"/>
              <a:t>    END FUNCTION</a:t>
            </a:r>
          </a:p>
          <a:p>
            <a:pPr marL="0" indent="0">
              <a:buNone/>
            </a:pPr>
            <a:r>
              <a:rPr lang="en-IN" sz="2600" dirty="0"/>
              <a:t> END CLASS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4262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3D13F-CFBE-CD22-FCB3-D92FEFC31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 </a:t>
            </a:r>
            <a:r>
              <a:rPr lang="en-IN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NotificationService</a:t>
            </a: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Class</a:t>
            </a:r>
            <a:br>
              <a:rPr lang="en-IN" dirty="0"/>
            </a:br>
            <a:r>
              <a:rPr lang="en-IN" sz="49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Pseudocode:</a:t>
            </a:r>
            <a:endParaRPr lang="en-IN" sz="49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1EC03-B675-12BE-B262-B0F4D8466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CLASS </a:t>
            </a:r>
            <a:r>
              <a:rPr lang="en-IN" dirty="0" err="1"/>
              <a:t>NotificationService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FUNCTION </a:t>
            </a:r>
            <a:r>
              <a:rPr lang="en-IN" dirty="0" err="1"/>
              <a:t>sendAlert</a:t>
            </a:r>
            <a:r>
              <a:rPr lang="en-IN" dirty="0"/>
              <a:t>(product)</a:t>
            </a:r>
          </a:p>
          <a:p>
            <a:pPr marL="0" indent="0">
              <a:buNone/>
            </a:pPr>
            <a:r>
              <a:rPr lang="en-IN" dirty="0"/>
              <a:t>        show dashboard alert</a:t>
            </a:r>
          </a:p>
          <a:p>
            <a:pPr marL="0" indent="0">
              <a:buNone/>
            </a:pPr>
            <a:r>
              <a:rPr lang="en-IN" dirty="0"/>
              <a:t>        send email or SMS</a:t>
            </a:r>
          </a:p>
          <a:p>
            <a:pPr marL="0" indent="0">
              <a:buNone/>
            </a:pPr>
            <a:r>
              <a:rPr lang="en-IN" dirty="0"/>
              <a:t>   END FUNCTION</a:t>
            </a:r>
          </a:p>
          <a:p>
            <a:pPr marL="0" indent="0">
              <a:buNone/>
            </a:pPr>
            <a:r>
              <a:rPr lang="en-IN" dirty="0"/>
              <a:t> END CLASS</a:t>
            </a:r>
          </a:p>
        </p:txBody>
      </p:sp>
    </p:spTree>
    <p:extLst>
      <p:ext uri="{BB962C8B-B14F-4D97-AF65-F5344CB8AC3E}">
        <p14:creationId xmlns:p14="http://schemas.microsoft.com/office/powerpoint/2010/main" val="1320916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1B4D5-50F2-03B9-09C3-1EA7D552D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Advantages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739C2-A43E-82BA-CA00-05D4B020B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Prevents stock shortages</a:t>
            </a:r>
          </a:p>
          <a:p>
            <a:r>
              <a:rPr lang="en-IN" sz="2800" dirty="0"/>
              <a:t>Automatic monitoring</a:t>
            </a:r>
          </a:p>
          <a:p>
            <a:r>
              <a:rPr lang="en-IN" sz="2800" dirty="0"/>
              <a:t>Faster decision making</a:t>
            </a:r>
          </a:p>
          <a:p>
            <a:r>
              <a:rPr lang="en-IN" sz="2800" dirty="0"/>
              <a:t>Improves operational efficiency</a:t>
            </a:r>
          </a:p>
          <a:p>
            <a:r>
              <a:rPr lang="en-IN" sz="2800" dirty="0"/>
              <a:t>Reduces manual work</a:t>
            </a:r>
          </a:p>
        </p:txBody>
      </p:sp>
    </p:spTree>
    <p:extLst>
      <p:ext uri="{BB962C8B-B14F-4D97-AF65-F5344CB8AC3E}">
        <p14:creationId xmlns:p14="http://schemas.microsoft.com/office/powerpoint/2010/main" val="1057219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23D3-2DB3-BCFC-D045-44CEAC0A7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4FA49-CAB6-1102-46B7-42E1B88C2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Inventory Alerts ensure smooth inventory operations</a:t>
            </a:r>
          </a:p>
          <a:p>
            <a:r>
              <a:rPr lang="en-IN" sz="3200" dirty="0"/>
              <a:t>Helps business avoid losses.</a:t>
            </a:r>
          </a:p>
          <a:p>
            <a:r>
              <a:rPr lang="en-US" sz="3200" dirty="0"/>
              <a:t>A key intelligent feature of </a:t>
            </a:r>
            <a:r>
              <a:rPr lang="en-US" sz="3200" dirty="0" err="1"/>
              <a:t>Inventra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5944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DA3E0E-D595-3689-8AF6-B8AD5F36F54E}"/>
              </a:ext>
            </a:extLst>
          </p:cNvPr>
          <p:cNvSpPr txBox="1"/>
          <p:nvPr/>
        </p:nvSpPr>
        <p:spPr>
          <a:xfrm>
            <a:off x="3588774" y="2706018"/>
            <a:ext cx="61844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Thank You..</a:t>
            </a:r>
          </a:p>
        </p:txBody>
      </p:sp>
    </p:spTree>
    <p:extLst>
      <p:ext uri="{BB962C8B-B14F-4D97-AF65-F5344CB8AC3E}">
        <p14:creationId xmlns:p14="http://schemas.microsoft.com/office/powerpoint/2010/main" val="39534664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258</TotalTime>
  <Words>484</Words>
  <Application>Microsoft Office PowerPoint</Application>
  <PresentationFormat>Widescreen</PresentationFormat>
  <Paragraphs>112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Courier New</vt:lpstr>
      <vt:lpstr>Garamond</vt:lpstr>
      <vt:lpstr>Organic</vt:lpstr>
      <vt:lpstr>Inventra Intelligent Inventory Management System</vt:lpstr>
      <vt:lpstr>Inventra Intelligent Inventory Management System</vt:lpstr>
      <vt:lpstr>PROJECT DESCRIPTION</vt:lpstr>
      <vt:lpstr>PROJECT STATEMENT</vt:lpstr>
      <vt:lpstr>Proposed System</vt:lpstr>
      <vt:lpstr>1. Authentication Module</vt:lpstr>
      <vt:lpstr>2. Product / Inventory Management Module</vt:lpstr>
      <vt:lpstr>3. Inventory Alerts Module</vt:lpstr>
      <vt:lpstr>4. Reports &amp; Analytics Module</vt:lpstr>
      <vt:lpstr>Module 3 – Inventory Alerts</vt:lpstr>
      <vt:lpstr>Why Inventory Alerts Are Needed</vt:lpstr>
      <vt:lpstr>Classes and Database Table Requirement</vt:lpstr>
      <vt:lpstr>AlertService Class Pseudocode:</vt:lpstr>
      <vt:lpstr> NotificationService Class Pseudocode:</vt:lpstr>
      <vt:lpstr>Advantages 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vaishnavishahajivankalas@outlook.com</dc:creator>
  <cp:lastModifiedBy>vaishnavishahajivankalas@outlook.com</cp:lastModifiedBy>
  <cp:revision>4</cp:revision>
  <dcterms:created xsi:type="dcterms:W3CDTF">2025-12-02T14:50:21Z</dcterms:created>
  <dcterms:modified xsi:type="dcterms:W3CDTF">2026-02-05T13:15:49Z</dcterms:modified>
</cp:coreProperties>
</file>