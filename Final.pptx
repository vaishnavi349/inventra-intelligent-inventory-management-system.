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56" r:id="rId2"/>
    <p:sldId id="257" r:id="rId3"/>
    <p:sldId id="259" r:id="rId4"/>
    <p:sldId id="258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B4F41-DA61-415A-BF92-1C725B6ECB4A}" v="194" dt="2026-01-28T13:06:08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89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38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96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41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3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38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27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02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2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9673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5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8931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926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218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17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BFEA1-F71E-49DF-9F71-89BFD41AE38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89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B1E1-4CBC-2F64-5E4C-B828BF5D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8993" y="605801"/>
            <a:ext cx="10079421" cy="2158181"/>
          </a:xfrm>
        </p:spPr>
        <p:txBody>
          <a:bodyPr>
            <a:noAutofit/>
          </a:bodyPr>
          <a:lstStyle/>
          <a:p>
            <a:br>
              <a:rPr lang="en-IN" sz="3600" b="1" dirty="0"/>
            </a:br>
            <a:r>
              <a:rPr lang="en-IN" sz="3600" b="1" dirty="0"/>
              <a:t>         INVENTRA INTELLIGENT INVENTORY        </a:t>
            </a:r>
            <a:br>
              <a:rPr lang="en-IN" sz="3600" b="1" dirty="0"/>
            </a:br>
            <a:r>
              <a:rPr lang="en-IN" sz="3600" b="1" dirty="0"/>
              <a:t>                MANAGEMENT SYSTEM</a:t>
            </a:r>
            <a:br>
              <a:rPr lang="en-IN" sz="3600" b="1" dirty="0"/>
            </a:b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E5E9A-9E07-E9DC-D4F6-CD819656A989}"/>
              </a:ext>
            </a:extLst>
          </p:cNvPr>
          <p:cNvSpPr txBox="1"/>
          <p:nvPr/>
        </p:nvSpPr>
        <p:spPr>
          <a:xfrm>
            <a:off x="7609489" y="3843072"/>
            <a:ext cx="58122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TEAM 4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Polepalli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Keerthi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Prashant Kumar Pathak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Nagamani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Mannempali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Vaishnavi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vankalas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Jerusha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0A1FCB-7789-4A53-170A-BBB3B03BD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178511"/>
              </p:ext>
            </p:extLst>
          </p:nvPr>
        </p:nvGraphicFramePr>
        <p:xfrm>
          <a:off x="12759559" y="2209800"/>
          <a:ext cx="525517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517">
                  <a:extLst>
                    <a:ext uri="{9D8B030D-6E8A-4147-A177-3AD203B41FA5}">
                      <a16:colId xmlns:a16="http://schemas.microsoft.com/office/drawing/2014/main" val="393121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989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76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50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594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91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5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6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94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0004-291E-050B-4D1D-D384C88B3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139" y="306333"/>
            <a:ext cx="8911687" cy="128089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AAFC41-956E-3CF1-1297-A0BF2E60D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14410" y="1466794"/>
            <a:ext cx="8565931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is essential for tracking and controlling stock efficiently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often face issues like manual errors and poor visibility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is designed to automate and simplify inventory handling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manage products, stock levels, and reports effectively</a:t>
            </a:r>
          </a:p>
        </p:txBody>
      </p:sp>
    </p:spTree>
    <p:extLst>
      <p:ext uri="{BB962C8B-B14F-4D97-AF65-F5344CB8AC3E}">
        <p14:creationId xmlns:p14="http://schemas.microsoft.com/office/powerpoint/2010/main" val="36905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BFAC-DDF3-6ECC-E48E-A13089748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125" y="298289"/>
            <a:ext cx="9854488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OBJECTIVE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BF7281-56A2-349F-F8EA-BD0E567D46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6310" y="1374546"/>
            <a:ext cx="798786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and efficient inventory management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user authentication using JWT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products and stock using a database-driven approach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monitor inventory levels and avoid stock shortages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dashboard for inventory tracking</a:t>
            </a:r>
          </a:p>
        </p:txBody>
      </p:sp>
    </p:spTree>
    <p:extLst>
      <p:ext uri="{BB962C8B-B14F-4D97-AF65-F5344CB8AC3E}">
        <p14:creationId xmlns:p14="http://schemas.microsoft.com/office/powerpoint/2010/main" val="33314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375F-879A-53CC-277B-65B7FFFE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035" y="306333"/>
            <a:ext cx="9768577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DESCRIPTION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3C28632-A5DC-AE55-633F-ECEAA6075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78327" y="1587223"/>
            <a:ext cx="7442682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is an intelligent inventory management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reduce manual work and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product and stock records digitally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inventory tracking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125461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7BF1-7EA3-8C21-A9D8-9D387422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794" y="42532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MODULES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C0D142B-5A56-104D-E586-3313F8759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5954" y="1651590"/>
            <a:ext cx="461536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Module</a:t>
            </a:r>
          </a:p>
        </p:txBody>
      </p:sp>
    </p:spTree>
    <p:extLst>
      <p:ext uri="{BB962C8B-B14F-4D97-AF65-F5344CB8AC3E}">
        <p14:creationId xmlns:p14="http://schemas.microsoft.com/office/powerpoint/2010/main" val="225970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54BF-0BC2-DD71-EE73-00646C889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06" y="306333"/>
            <a:ext cx="9689064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TECHNOLOGY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84B2E-597F-C546-DF7D-B95FBAF4E328}"/>
              </a:ext>
            </a:extLst>
          </p:cNvPr>
          <p:cNvSpPr/>
          <p:nvPr/>
        </p:nvSpPr>
        <p:spPr>
          <a:xfrm>
            <a:off x="646617" y="1262313"/>
            <a:ext cx="2890345" cy="10922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C03D9-A2F8-DE2F-54B7-68C0E5EAC8C3}"/>
              </a:ext>
            </a:extLst>
          </p:cNvPr>
          <p:cNvSpPr/>
          <p:nvPr/>
        </p:nvSpPr>
        <p:spPr>
          <a:xfrm>
            <a:off x="6268279" y="5834599"/>
            <a:ext cx="2890345" cy="9000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5ADAA-B4E9-2BBA-6AC4-324D4FA9C5FB}"/>
              </a:ext>
            </a:extLst>
          </p:cNvPr>
          <p:cNvSpPr/>
          <p:nvPr/>
        </p:nvSpPr>
        <p:spPr>
          <a:xfrm>
            <a:off x="2091789" y="2385304"/>
            <a:ext cx="2890345" cy="10922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5C26E-C122-7D90-470D-86A138DA64B3}"/>
              </a:ext>
            </a:extLst>
          </p:cNvPr>
          <p:cNvSpPr/>
          <p:nvPr/>
        </p:nvSpPr>
        <p:spPr>
          <a:xfrm>
            <a:off x="3536961" y="3508294"/>
            <a:ext cx="2890345" cy="10922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57FE1-7D7E-176E-C4F7-6726FB9B3987}"/>
              </a:ext>
            </a:extLst>
          </p:cNvPr>
          <p:cNvSpPr/>
          <p:nvPr/>
        </p:nvSpPr>
        <p:spPr>
          <a:xfrm>
            <a:off x="4982133" y="4631284"/>
            <a:ext cx="2890345" cy="10922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AC6B2AC3-BBFB-D79E-CADC-6FA377AD8FCE}"/>
              </a:ext>
            </a:extLst>
          </p:cNvPr>
          <p:cNvSpPr/>
          <p:nvPr/>
        </p:nvSpPr>
        <p:spPr>
          <a:xfrm>
            <a:off x="3920359" y="1681695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DA18DB71-B49C-6666-7357-A2B7E5753891}"/>
              </a:ext>
            </a:extLst>
          </p:cNvPr>
          <p:cNvSpPr/>
          <p:nvPr/>
        </p:nvSpPr>
        <p:spPr>
          <a:xfrm>
            <a:off x="5302469" y="2803865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87865D80-F2F4-30E3-3BF3-1F4C777393D5}"/>
              </a:ext>
            </a:extLst>
          </p:cNvPr>
          <p:cNvSpPr/>
          <p:nvPr/>
        </p:nvSpPr>
        <p:spPr>
          <a:xfrm>
            <a:off x="6663559" y="3959187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ED555C12-650B-D028-0E76-F3839C92D54C}"/>
              </a:ext>
            </a:extLst>
          </p:cNvPr>
          <p:cNvSpPr/>
          <p:nvPr/>
        </p:nvSpPr>
        <p:spPr>
          <a:xfrm>
            <a:off x="8087711" y="5082177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7C7BD867-5DD0-87EA-D9B4-B21A08B41ADF}"/>
              </a:ext>
            </a:extLst>
          </p:cNvPr>
          <p:cNvSpPr/>
          <p:nvPr/>
        </p:nvSpPr>
        <p:spPr>
          <a:xfrm>
            <a:off x="9333187" y="6148202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A2BF72-D29C-BA84-88CF-A55DC0DECE69}"/>
              </a:ext>
            </a:extLst>
          </p:cNvPr>
          <p:cNvSpPr txBox="1"/>
          <p:nvPr/>
        </p:nvSpPr>
        <p:spPr>
          <a:xfrm>
            <a:off x="4824477" y="1522166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E84111-648E-5F7F-7F10-A34549BC5F04}"/>
              </a:ext>
            </a:extLst>
          </p:cNvPr>
          <p:cNvSpPr txBox="1"/>
          <p:nvPr/>
        </p:nvSpPr>
        <p:spPr>
          <a:xfrm>
            <a:off x="6427305" y="2651647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1801E8-764B-09DD-5BA2-D2C0FD5001BB}"/>
              </a:ext>
            </a:extLst>
          </p:cNvPr>
          <p:cNvSpPr txBox="1"/>
          <p:nvPr/>
        </p:nvSpPr>
        <p:spPr>
          <a:xfrm>
            <a:off x="7618001" y="3854962"/>
            <a:ext cx="469161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E5A219EE-592D-3EE1-C0C3-FA2616C1F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5629D8-56FD-9DDD-88E2-C371040127FD}"/>
              </a:ext>
            </a:extLst>
          </p:cNvPr>
          <p:cNvSpPr txBox="1"/>
          <p:nvPr/>
        </p:nvSpPr>
        <p:spPr>
          <a:xfrm>
            <a:off x="8965781" y="4944887"/>
            <a:ext cx="390939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7A4F0D-61C2-BE89-A8FB-1CD243F207F1}"/>
              </a:ext>
            </a:extLst>
          </p:cNvPr>
          <p:cNvSpPr txBox="1"/>
          <p:nvPr/>
        </p:nvSpPr>
        <p:spPr>
          <a:xfrm>
            <a:off x="10016017" y="6034812"/>
            <a:ext cx="2574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Postman, VS Code</a:t>
            </a:r>
          </a:p>
        </p:txBody>
      </p:sp>
    </p:spTree>
    <p:extLst>
      <p:ext uri="{BB962C8B-B14F-4D97-AF65-F5344CB8AC3E}">
        <p14:creationId xmlns:p14="http://schemas.microsoft.com/office/powerpoint/2010/main" val="346765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B392-F7CF-F9CF-5ECF-8B329F62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543" y="398823"/>
            <a:ext cx="8911687" cy="12808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ARCHITECTURE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B96366-2D5C-965B-CFB2-240683C22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9000" y="1917188"/>
            <a:ext cx="6443870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frontend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 sent to backend APIs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handled using JWT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MySQL database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 sent back to UI</a:t>
            </a:r>
          </a:p>
        </p:txBody>
      </p:sp>
    </p:spTree>
    <p:extLst>
      <p:ext uri="{BB962C8B-B14F-4D97-AF65-F5344CB8AC3E}">
        <p14:creationId xmlns:p14="http://schemas.microsoft.com/office/powerpoint/2010/main" val="403178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40F7-294E-A429-875D-F7F5DF4A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5" y="438579"/>
            <a:ext cx="8911687" cy="128089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INVENTORY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60EAB7-4BD3-E24E-D01B-2767BF945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7727" y="1797554"/>
            <a:ext cx="4421403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 are processed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updated in real time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Warehouse data synchronized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generated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syncing</a:t>
            </a:r>
          </a:p>
        </p:txBody>
      </p:sp>
      <p:sp>
        <p:nvSpPr>
          <p:cNvPr id="5" name="AutoShape 3" descr="Uploaded image">
            <a:extLst>
              <a:ext uri="{FF2B5EF4-FFF2-40B4-BE49-F238E27FC236}">
                <a16:creationId xmlns:a16="http://schemas.microsoft.com/office/drawing/2014/main" id="{185E8CE6-6D96-F544-6516-83057562E9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919" y="735311"/>
            <a:ext cx="2586942" cy="258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9E1D0F6-2C95-1850-22D8-F88BD3821D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919" y="30174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29AEF2A-7AD0-C58E-4984-18FD3EABE9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30319" y="31698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258BA0B6-E8AC-A0B6-CCF7-157DF3DA12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398270"/>
            <a:ext cx="2183130" cy="2183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AA0483C8-5448-87DE-DC83-262569E459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96614"/>
            <a:ext cx="3084786" cy="308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B87490-A2E1-279D-0E84-AA6CA2D0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42" y="968427"/>
            <a:ext cx="6560676" cy="545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5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D1C1-C173-0771-E1A3-E6DFD4FA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743" y="279553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AUTHENTICATION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BFE38A-14BD-54D3-8268-E373CB20D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0572" y="1806219"/>
            <a:ext cx="3864584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login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option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0EFFB5-4412-454E-99B8-B05A94865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5" t="10381" r="28067" b="-332"/>
          <a:stretch>
            <a:fillRect/>
          </a:stretch>
        </p:blipFill>
        <p:spPr>
          <a:xfrm>
            <a:off x="8969255" y="1068206"/>
            <a:ext cx="3131820" cy="2921635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A1808-F515-CC99-7ABE-D92F91AB5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21" t="31072" r="32859" b="19394"/>
          <a:stretch>
            <a:fillRect/>
          </a:stretch>
        </p:blipFill>
        <p:spPr>
          <a:xfrm>
            <a:off x="7544936" y="4440923"/>
            <a:ext cx="2234565" cy="184023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D4673C-4CC6-DDE5-B94D-46459FF15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47" t="14840" r="30093" b="7768"/>
          <a:stretch>
            <a:fillRect/>
          </a:stretch>
        </p:blipFill>
        <p:spPr>
          <a:xfrm>
            <a:off x="6425985" y="1076144"/>
            <a:ext cx="2454275" cy="290576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6048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6403-7A33-847C-A80D-A058463E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767" y="306333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2.PRODUCT MANAGEMENT MODULE</a:t>
            </a:r>
            <a:b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349DAF-9EFE-141F-511F-E75E2A04C6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5160" y="1701743"/>
            <a:ext cx="3151825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new 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Edit product details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product list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In / Stock 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51F47-5624-FDF0-0D61-E79955C7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3" b="6968"/>
          <a:stretch>
            <a:fillRect/>
          </a:stretch>
        </p:blipFill>
        <p:spPr>
          <a:xfrm>
            <a:off x="5053966" y="2917799"/>
            <a:ext cx="6572250" cy="2860675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5945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8422-5A25-E0BA-EFE0-C13D956B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635" y="293081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3.INVENTORY MANAGEMENT MODULE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4A5769-3415-C3FD-121D-08942BFBAC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59335" y="1848700"/>
            <a:ext cx="4724370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Updates inventory automatically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stock records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stock mismatch</a:t>
            </a:r>
          </a:p>
        </p:txBody>
      </p:sp>
    </p:spTree>
    <p:extLst>
      <p:ext uri="{BB962C8B-B14F-4D97-AF65-F5344CB8AC3E}">
        <p14:creationId xmlns:p14="http://schemas.microsoft.com/office/powerpoint/2010/main" val="29590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E2FD-0718-6315-D04B-D4CC355A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4.LOW STOCK ALERT MODULE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463F81-C694-BD1E-B6FB-EA4CE1161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7046" y="1495024"/>
            <a:ext cx="360066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low stock items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alert messages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reorder level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stock-out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DB02BE-7C86-3F22-9AFA-5D6B6BCBF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1" b="8882"/>
          <a:stretch>
            <a:fillRect/>
          </a:stretch>
        </p:blipFill>
        <p:spPr>
          <a:xfrm>
            <a:off x="4941989" y="3429000"/>
            <a:ext cx="6845300" cy="2943225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9668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0919-4D49-2F8D-003B-3AFCCD01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12075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5.REPORT MODULE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92DC1-160D-4617-3524-9BF3E89347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0126" y="1532945"/>
            <a:ext cx="4241867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inventory summary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stock and sales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decision-making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4575F-8BDA-8665-9936-2B2CF958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56" b="7544"/>
          <a:stretch>
            <a:fillRect/>
          </a:stretch>
        </p:blipFill>
        <p:spPr>
          <a:xfrm>
            <a:off x="5261609" y="3369633"/>
            <a:ext cx="6663859" cy="2896521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85638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F367-D3A2-38D7-3CEF-45D218C3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561" y="385571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CHALLENGES FACED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73B8F7-982A-6EC4-8B01-1AB607C29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40912" y="1843950"/>
            <a:ext cx="593206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secure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product and stock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backend and frontend integration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API and database errors</a:t>
            </a:r>
          </a:p>
        </p:txBody>
      </p:sp>
    </p:spTree>
    <p:extLst>
      <p:ext uri="{BB962C8B-B14F-4D97-AF65-F5344CB8AC3E}">
        <p14:creationId xmlns:p14="http://schemas.microsoft.com/office/powerpoint/2010/main" val="309279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D8A0-3617-A822-C56D-C53C125E5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5906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SOLUTIONS IMPLEMENTED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03CBC0-101C-934B-E6C8-7AB9DFE06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22881" y="2036311"/>
            <a:ext cx="5454858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used for secure login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database design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APIs for communication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validation and testing</a:t>
            </a:r>
          </a:p>
        </p:txBody>
      </p:sp>
    </p:spTree>
    <p:extLst>
      <p:ext uri="{BB962C8B-B14F-4D97-AF65-F5344CB8AC3E}">
        <p14:creationId xmlns:p14="http://schemas.microsoft.com/office/powerpoint/2010/main" val="920934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5A1E-CD37-52CB-0F6C-F1DBD429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247" y="35906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LEARNING OUTCOMES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222C45-C574-4373-59DA-1E29B3CFDA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8932" y="1865243"/>
            <a:ext cx="3946914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and MySQL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testing using Postman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</a:t>
            </a:r>
          </a:p>
        </p:txBody>
      </p:sp>
    </p:spTree>
    <p:extLst>
      <p:ext uri="{BB962C8B-B14F-4D97-AF65-F5344CB8AC3E}">
        <p14:creationId xmlns:p14="http://schemas.microsoft.com/office/powerpoint/2010/main" val="773107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9A7B-A75B-D2F8-0A6E-C4EBC7AA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12075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7A5916-9DA0-AD71-0FD1-126D24A172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0846" y="1820933"/>
            <a:ext cx="6744795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provides an efficient inventory solution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stock management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errors and manual 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18563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A3E0E-D595-3689-8AF6-B8AD5F36F54E}"/>
              </a:ext>
            </a:extLst>
          </p:cNvPr>
          <p:cNvSpPr txBox="1"/>
          <p:nvPr/>
        </p:nvSpPr>
        <p:spPr>
          <a:xfrm>
            <a:off x="4114291" y="2811121"/>
            <a:ext cx="618449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000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42B73-486F-B01A-3E05-95C5EDD516B8}"/>
              </a:ext>
            </a:extLst>
          </p:cNvPr>
          <p:cNvSpPr txBox="1"/>
          <p:nvPr/>
        </p:nvSpPr>
        <p:spPr>
          <a:xfrm>
            <a:off x="8176592" y="55270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5346642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268</TotalTime>
  <Words>397</Words>
  <Application>Microsoft Office PowerPoint</Application>
  <PresentationFormat>Widescreen</PresentationFormat>
  <Paragraphs>152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Cambria</vt:lpstr>
      <vt:lpstr>Century Gothic</vt:lpstr>
      <vt:lpstr>Times New Roman</vt:lpstr>
      <vt:lpstr>Wingdings</vt:lpstr>
      <vt:lpstr>Wingdings 3</vt:lpstr>
      <vt:lpstr>Wisp</vt:lpstr>
      <vt:lpstr>          INVENTRA INTELLIGENT INVENTORY                         MANAGEMENT SYSTEM </vt:lpstr>
      <vt:lpstr>INTRODUCTION</vt:lpstr>
      <vt:lpstr>PROJECT OBJECTIVE</vt:lpstr>
      <vt:lpstr>PROJECT DESCRIPTION </vt:lpstr>
      <vt:lpstr>MODULES OVERVIEW</vt:lpstr>
      <vt:lpstr>  TECHNOLOGY STACK</vt:lpstr>
      <vt:lpstr>SYSTEM ARCHITECTURE</vt:lpstr>
      <vt:lpstr>INVENTORY WORKFLOW</vt:lpstr>
      <vt:lpstr>1. AUTHENTICATION MODULE</vt:lpstr>
      <vt:lpstr>2.PRODUCT MANAGEMENT MODULE </vt:lpstr>
      <vt:lpstr>3.INVENTORY MANAGEMENT MODULE</vt:lpstr>
      <vt:lpstr>4.LOW STOCK ALERT MODULE</vt:lpstr>
      <vt:lpstr>5.REPORT MODULE</vt:lpstr>
      <vt:lpstr>CHALLENGES FACED</vt:lpstr>
      <vt:lpstr>SOLUTIONS IMPLEMENTED</vt:lpstr>
      <vt:lpstr>LEARNING OUTCOMES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vaishnavishahajivankalas@outlook.com</dc:creator>
  <cp:lastModifiedBy>JERUSHA P</cp:lastModifiedBy>
  <cp:revision>3</cp:revision>
  <dcterms:created xsi:type="dcterms:W3CDTF">2025-12-02T14:50:21Z</dcterms:created>
  <dcterms:modified xsi:type="dcterms:W3CDTF">2026-01-28T13:08:26Z</dcterms:modified>
</cp:coreProperties>
</file>