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9" r:id="rId4"/>
    <p:sldId id="258" r:id="rId5"/>
    <p:sldId id="263" r:id="rId6"/>
    <p:sldId id="264" r:id="rId7"/>
    <p:sldId id="265" r:id="rId8"/>
    <p:sldId id="266" r:id="rId9"/>
    <p:sldId id="267" r:id="rId10"/>
    <p:sldId id="262" r:id="rId11"/>
    <p:sldId id="260" r:id="rId12"/>
    <p:sldId id="261" r:id="rId13"/>
    <p:sldId id="27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F8EB81-08E7-4A25-911F-24F4F3CE47D3}" v="22" dt="2025-12-03T02:34:12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2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82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70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51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69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75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08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88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270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5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940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517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651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473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348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43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B1E1-4CBC-2F64-5E4C-B828BF5D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8736" y="-786581"/>
            <a:ext cx="7364361" cy="4326194"/>
          </a:xfrm>
        </p:spPr>
        <p:txBody>
          <a:bodyPr>
            <a:normAutofit/>
          </a:bodyPr>
          <a:lstStyle/>
          <a:p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Inventra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Intelligent Inventory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66994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0004-291E-050B-4D1D-D384C88B3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Inventra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Intelligent Inventory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0BD6-06D1-B284-52B3-6D5B555D4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digital  solution designed to help small businesses track ,manage, and control inventory in an organized and automated way.</a:t>
            </a:r>
          </a:p>
        </p:txBody>
      </p:sp>
    </p:spTree>
    <p:extLst>
      <p:ext uri="{BB962C8B-B14F-4D97-AF65-F5344CB8AC3E}">
        <p14:creationId xmlns:p14="http://schemas.microsoft.com/office/powerpoint/2010/main" val="36905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BFAC-DDF3-6ECC-E48E-A1308974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29103-6BE6-870A-5717-7474C1C97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Inventra</a:t>
            </a:r>
            <a:r>
              <a:rPr lang="en-US" dirty="0"/>
              <a:t> is a smart, automated, and user-friendly Inventory Management System built using a complete Java Full-Stack architecture.</a:t>
            </a:r>
          </a:p>
          <a:p>
            <a:r>
              <a:rPr lang="en-US" dirty="0"/>
              <a:t>The system enables businesses to efficiently:</a:t>
            </a:r>
          </a:p>
          <a:p>
            <a:r>
              <a:rPr lang="en-US" dirty="0"/>
              <a:t>Track and manage stock levels in real time</a:t>
            </a:r>
          </a:p>
          <a:p>
            <a:r>
              <a:rPr lang="en-US" dirty="0"/>
              <a:t>Handle supplier information and purchase orders</a:t>
            </a:r>
          </a:p>
          <a:p>
            <a:r>
              <a:rPr lang="en-US" dirty="0"/>
              <a:t>Monitor product movement and sales</a:t>
            </a:r>
          </a:p>
          <a:p>
            <a:r>
              <a:rPr lang="en-US" dirty="0"/>
              <a:t>Avoid issues like over-stocking and stock-outs</a:t>
            </a:r>
          </a:p>
          <a:p>
            <a:r>
              <a:rPr lang="en-US" dirty="0" err="1"/>
              <a:t>Inventra</a:t>
            </a:r>
            <a:r>
              <a:rPr lang="en-US" dirty="0"/>
              <a:t> aims to provide a centralized, secure, and intelligent platform that enhances operational efficiency and reduces manual workload.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42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375F-879A-53CC-277B-65B7FFFE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STATEMENT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2BE8-A14D-E4CE-A4BB-4561E4A7D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Small businesses often face problems like:</a:t>
            </a:r>
          </a:p>
          <a:p>
            <a:r>
              <a:rPr lang="en-US" dirty="0"/>
              <a:t>Not knowing the exact stock level</a:t>
            </a:r>
          </a:p>
          <a:p>
            <a:r>
              <a:rPr lang="en-US" dirty="0"/>
              <a:t>Forgetting to reorder low items</a:t>
            </a:r>
          </a:p>
          <a:p>
            <a:r>
              <a:rPr lang="en-US" dirty="0"/>
              <a:t>Mismanaging daily stock movements</a:t>
            </a:r>
          </a:p>
          <a:p>
            <a:r>
              <a:rPr lang="en-US" dirty="0"/>
              <a:t>Losing track of sales and purchases</a:t>
            </a:r>
          </a:p>
          <a:p>
            <a:r>
              <a:rPr lang="en-US" dirty="0"/>
              <a:t>Manual errors in stock calculations</a:t>
            </a:r>
          </a:p>
          <a:p>
            <a:r>
              <a:rPr lang="en-US" dirty="0"/>
              <a:t>Difficulty preparing reports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61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7BF1-7EA3-8C21-A9D8-9D387422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0A63C-DDE0-7DAD-A8BF-01E02DF2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711" y="2596261"/>
            <a:ext cx="10169012" cy="36767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Number of Modules:</a:t>
            </a:r>
          </a:p>
          <a:p>
            <a:pPr marL="0" indent="0">
              <a:buNone/>
            </a:pPr>
            <a:r>
              <a:rPr lang="en-US" dirty="0"/>
              <a:t>1. Authentication Module</a:t>
            </a:r>
          </a:p>
          <a:p>
            <a:pPr marL="0" indent="0">
              <a:buNone/>
            </a:pPr>
            <a:r>
              <a:rPr lang="en-US" dirty="0"/>
              <a:t>2. Product / Inventory Management Module</a:t>
            </a:r>
          </a:p>
          <a:p>
            <a:pPr marL="0" indent="0">
              <a:buNone/>
            </a:pPr>
            <a:r>
              <a:rPr lang="en-US" dirty="0"/>
              <a:t>3. Inventory Alerts Module</a:t>
            </a:r>
          </a:p>
          <a:p>
            <a:pPr marL="0" indent="0">
              <a:buNone/>
            </a:pPr>
            <a:r>
              <a:rPr lang="en-US" dirty="0"/>
              <a:t>4. Reports &amp; Analytics 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70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54BF-0BC2-DD71-EE73-00646C889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Authentication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398A8-7B61-56D4-B369-ADAC77F42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Purpose</a:t>
            </a:r>
            <a:r>
              <a:rPr lang="en-IN" dirty="0"/>
              <a:t>: Handles user login and role-based access.</a:t>
            </a:r>
          </a:p>
          <a:p>
            <a:pPr marL="0" indent="0">
              <a:buNone/>
            </a:pPr>
            <a:r>
              <a:rPr lang="en-IN" b="1" dirty="0"/>
              <a:t>Working Process:</a:t>
            </a:r>
          </a:p>
          <a:p>
            <a:r>
              <a:rPr lang="en-IN" dirty="0"/>
              <a:t>User enters username &amp; password</a:t>
            </a:r>
          </a:p>
          <a:p>
            <a:r>
              <a:rPr lang="en-IN" dirty="0" err="1"/>
              <a:t>AuthController</a:t>
            </a:r>
            <a:r>
              <a:rPr lang="en-IN" dirty="0"/>
              <a:t> → </a:t>
            </a:r>
            <a:r>
              <a:rPr lang="en-IN" dirty="0" err="1"/>
              <a:t>AuthService</a:t>
            </a:r>
            <a:r>
              <a:rPr lang="en-IN" dirty="0"/>
              <a:t> → </a:t>
            </a:r>
            <a:r>
              <a:rPr lang="en-IN" dirty="0" err="1"/>
              <a:t>UserRepository</a:t>
            </a:r>
            <a:endParaRPr lang="en-IN" dirty="0"/>
          </a:p>
          <a:p>
            <a:r>
              <a:rPr lang="en-IN" dirty="0"/>
              <a:t>Database check (Users Table)</a:t>
            </a:r>
          </a:p>
          <a:p>
            <a:r>
              <a:rPr lang="en-IN" dirty="0"/>
              <a:t>If credentials match → Login Successful</a:t>
            </a:r>
          </a:p>
          <a:p>
            <a:r>
              <a:rPr lang="en-IN" dirty="0"/>
              <a:t>If not → Login Failed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65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B392-F7CF-F9CF-5ECF-8B329F62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Product / Inventory Management Module</a:t>
            </a:r>
            <a:endParaRPr lang="en-IN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C65BA-9040-FF3E-9F9B-05FCA1A70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389240"/>
            <a:ext cx="9601196" cy="388374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200" b="1" dirty="0"/>
              <a:t>Purpose</a:t>
            </a:r>
            <a:r>
              <a:rPr lang="en-IN" dirty="0"/>
              <a:t>: Manages products and stock data.</a:t>
            </a:r>
          </a:p>
          <a:p>
            <a:pPr marL="0" indent="0">
              <a:buNone/>
            </a:pPr>
            <a:r>
              <a:rPr lang="en-IN" sz="2900" b="1" dirty="0"/>
              <a:t>Working Process:</a:t>
            </a:r>
          </a:p>
          <a:p>
            <a:r>
              <a:rPr lang="en-IN" dirty="0" err="1"/>
              <a:t>ProductController</a:t>
            </a:r>
            <a:r>
              <a:rPr lang="en-IN" dirty="0"/>
              <a:t> receives request</a:t>
            </a:r>
          </a:p>
          <a:p>
            <a:r>
              <a:rPr lang="en-IN" dirty="0" err="1"/>
              <a:t>ProductService</a:t>
            </a:r>
            <a:r>
              <a:rPr lang="en-IN" dirty="0"/>
              <a:t> performs operations</a:t>
            </a:r>
          </a:p>
          <a:p>
            <a:r>
              <a:rPr lang="en-IN" dirty="0" err="1"/>
              <a:t>ProductRepository</a:t>
            </a:r>
            <a:r>
              <a:rPr lang="en-IN" dirty="0"/>
              <a:t> communicates with database</a:t>
            </a:r>
          </a:p>
          <a:p>
            <a:r>
              <a:rPr lang="en-IN" dirty="0"/>
              <a:t>Database updates Product Table</a:t>
            </a:r>
          </a:p>
          <a:p>
            <a:pPr marL="0" indent="0">
              <a:buNone/>
            </a:pPr>
            <a:r>
              <a:rPr lang="en-IN" sz="2900" dirty="0"/>
              <a:t>Example operations</a:t>
            </a:r>
            <a:r>
              <a:rPr lang="en-IN" dirty="0"/>
              <a:t>:</a:t>
            </a:r>
          </a:p>
          <a:p>
            <a:r>
              <a:rPr lang="en-IN" dirty="0"/>
              <a:t>Add Product</a:t>
            </a:r>
          </a:p>
          <a:p>
            <a:r>
              <a:rPr lang="en-IN" dirty="0"/>
              <a:t>Update Stock</a:t>
            </a:r>
          </a:p>
          <a:p>
            <a:r>
              <a:rPr lang="en-IN" dirty="0"/>
              <a:t>Fetch Product List</a:t>
            </a:r>
          </a:p>
        </p:txBody>
      </p:sp>
    </p:spTree>
    <p:extLst>
      <p:ext uri="{BB962C8B-B14F-4D97-AF65-F5344CB8AC3E}">
        <p14:creationId xmlns:p14="http://schemas.microsoft.com/office/powerpoint/2010/main" val="403178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40F7-294E-A429-875D-F7F5DF4A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 Inventory Alerts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BD5C8-C938-2FBC-E5E5-7B87F1CAE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08903"/>
            <a:ext cx="9601196" cy="385424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200" b="1" dirty="0"/>
              <a:t>Purpose:</a:t>
            </a:r>
          </a:p>
          <a:p>
            <a:r>
              <a:rPr lang="en-IN" dirty="0"/>
              <a:t> Generates alerts when stock is low.</a:t>
            </a:r>
          </a:p>
          <a:p>
            <a:pPr marL="0" indent="0">
              <a:buNone/>
            </a:pPr>
            <a:r>
              <a:rPr lang="en-IN" sz="2900" b="1" dirty="0"/>
              <a:t>Working Process:</a:t>
            </a:r>
          </a:p>
          <a:p>
            <a:r>
              <a:rPr lang="en-IN" dirty="0" err="1"/>
              <a:t>AlertService</a:t>
            </a:r>
            <a:r>
              <a:rPr lang="en-IN" dirty="0"/>
              <a:t> checks product quantity using </a:t>
            </a:r>
            <a:r>
              <a:rPr lang="en-IN" dirty="0" err="1"/>
              <a:t>ProductRepository</a:t>
            </a:r>
            <a:endParaRPr lang="en-IN" dirty="0"/>
          </a:p>
          <a:p>
            <a:r>
              <a:rPr lang="en-IN" dirty="0"/>
              <a:t>If stock &lt; </a:t>
            </a:r>
            <a:r>
              <a:rPr lang="en-IN" dirty="0" err="1"/>
              <a:t>reorderLevel</a:t>
            </a:r>
            <a:r>
              <a:rPr lang="en-IN" dirty="0"/>
              <a:t> → create alert entry via </a:t>
            </a:r>
            <a:r>
              <a:rPr lang="en-IN" dirty="0" err="1"/>
              <a:t>AlertRepository</a:t>
            </a:r>
            <a:endParaRPr lang="en-IN" dirty="0"/>
          </a:p>
          <a:p>
            <a:r>
              <a:rPr lang="en-IN" dirty="0" err="1"/>
              <a:t>AlertController</a:t>
            </a:r>
            <a:r>
              <a:rPr lang="en-IN" dirty="0"/>
              <a:t> displays alert to user</a:t>
            </a:r>
          </a:p>
          <a:p>
            <a:pPr marL="0" indent="0">
              <a:buNone/>
            </a:pPr>
            <a:r>
              <a:rPr lang="en-IN" b="1" dirty="0"/>
              <a:t>Example Flow:</a:t>
            </a:r>
          </a:p>
          <a:p>
            <a:pPr marL="0" indent="0">
              <a:buNone/>
            </a:pPr>
            <a:r>
              <a:rPr lang="en-IN" dirty="0"/>
              <a:t>1. Scheduler calls </a:t>
            </a:r>
            <a:r>
              <a:rPr lang="en-IN" dirty="0" err="1"/>
              <a:t>checkStockLevels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IN" dirty="0" err="1"/>
              <a:t>AlertService</a:t>
            </a:r>
            <a:r>
              <a:rPr lang="en-IN" dirty="0"/>
              <a:t> gets product list</a:t>
            </a:r>
          </a:p>
          <a:p>
            <a:pPr marL="0" indent="0">
              <a:buNone/>
            </a:pPr>
            <a:r>
              <a:rPr lang="en-IN" dirty="0"/>
              <a:t>3. Low-stock products → alert created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65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D1C1-C173-0771-E1A3-E6DFD4FA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Reports &amp; Analytics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E6C5-0B3F-62D3-5748-325685E01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9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Purpose: </a:t>
            </a:r>
          </a:p>
          <a:p>
            <a:r>
              <a:rPr lang="en-US" dirty="0"/>
              <a:t>Generates reports and business insights.</a:t>
            </a:r>
          </a:p>
          <a:p>
            <a:pPr marL="0" indent="0">
              <a:buNone/>
            </a:pPr>
            <a:r>
              <a:rPr lang="en-US" sz="2000" b="1" dirty="0"/>
              <a:t>Working Process:</a:t>
            </a:r>
          </a:p>
          <a:p>
            <a:r>
              <a:rPr lang="en-US" dirty="0" err="1"/>
              <a:t>ReportController</a:t>
            </a:r>
            <a:r>
              <a:rPr lang="en-US" dirty="0"/>
              <a:t> receives report request</a:t>
            </a:r>
          </a:p>
          <a:p>
            <a:r>
              <a:rPr lang="en-US" dirty="0" err="1"/>
              <a:t>ReportService</a:t>
            </a:r>
            <a:r>
              <a:rPr lang="en-US" dirty="0"/>
              <a:t> processes data</a:t>
            </a:r>
          </a:p>
          <a:p>
            <a:r>
              <a:rPr lang="en-US" dirty="0" err="1"/>
              <a:t>ReportRepository</a:t>
            </a:r>
            <a:r>
              <a:rPr lang="en-US" dirty="0"/>
              <a:t> fetches data</a:t>
            </a:r>
          </a:p>
        </p:txBody>
      </p:sp>
    </p:spTree>
    <p:extLst>
      <p:ext uri="{BB962C8B-B14F-4D97-AF65-F5344CB8AC3E}">
        <p14:creationId xmlns:p14="http://schemas.microsoft.com/office/powerpoint/2010/main" val="186048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B23221-41F5-1A3D-C238-2F01622838A6}"/>
              </a:ext>
            </a:extLst>
          </p:cNvPr>
          <p:cNvSpPr txBox="1"/>
          <p:nvPr/>
        </p:nvSpPr>
        <p:spPr>
          <a:xfrm>
            <a:off x="1347020" y="1307692"/>
            <a:ext cx="1000923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Backend:</a:t>
            </a:r>
            <a:endParaRPr lang="en-IN" dirty="0"/>
          </a:p>
          <a:p>
            <a:r>
              <a:rPr lang="en-IN" dirty="0"/>
              <a:t>      Java 17 / Java 21</a:t>
            </a:r>
          </a:p>
          <a:p>
            <a:r>
              <a:rPr lang="en-IN" dirty="0"/>
              <a:t>      Spring Boot</a:t>
            </a:r>
          </a:p>
          <a:p>
            <a:r>
              <a:rPr lang="en-IN" dirty="0"/>
              <a:t>      Spring MVC</a:t>
            </a:r>
          </a:p>
          <a:p>
            <a:r>
              <a:rPr lang="en-IN" dirty="0"/>
              <a:t>      Spring Security (Role-based authentication)</a:t>
            </a:r>
          </a:p>
          <a:p>
            <a:r>
              <a:rPr lang="en-IN" dirty="0"/>
              <a:t>      Hibernate / JPA</a:t>
            </a:r>
          </a:p>
          <a:p>
            <a:r>
              <a:rPr lang="en-IN" dirty="0"/>
              <a:t>      REST API</a:t>
            </a:r>
          </a:p>
          <a:p>
            <a:pPr>
              <a:buNone/>
            </a:pPr>
            <a:r>
              <a:rPr lang="en-IN" b="1" dirty="0"/>
              <a:t>2. Frontend:</a:t>
            </a:r>
          </a:p>
          <a:p>
            <a:pPr>
              <a:buNone/>
            </a:pPr>
            <a:r>
              <a:rPr lang="en-IN" b="1" dirty="0"/>
              <a:t>      </a:t>
            </a:r>
            <a:r>
              <a:rPr lang="en-IN" dirty="0"/>
              <a:t>HTML5, CSS3</a:t>
            </a:r>
          </a:p>
          <a:p>
            <a:r>
              <a:rPr lang="en-IN" dirty="0"/>
              <a:t>      Bootstrap</a:t>
            </a:r>
          </a:p>
          <a:p>
            <a:r>
              <a:rPr lang="en-IN" dirty="0"/>
              <a:t>      JSP / </a:t>
            </a:r>
            <a:r>
              <a:rPr lang="en-IN" dirty="0" err="1"/>
              <a:t>Thymeleaf</a:t>
            </a:r>
            <a:endParaRPr lang="en-IN" dirty="0"/>
          </a:p>
          <a:p>
            <a:pPr>
              <a:buNone/>
            </a:pPr>
            <a:r>
              <a:rPr lang="en-IN" b="1" dirty="0"/>
              <a:t>3. Database:</a:t>
            </a:r>
            <a:endParaRPr lang="en-IN" dirty="0"/>
          </a:p>
          <a:p>
            <a:r>
              <a:rPr lang="en-IN" dirty="0"/>
              <a:t>      MySQL</a:t>
            </a:r>
          </a:p>
          <a:p>
            <a:pPr>
              <a:buNone/>
            </a:pPr>
            <a:r>
              <a:rPr lang="en-IN" b="1" dirty="0"/>
              <a:t>4. Tools / Others:</a:t>
            </a:r>
            <a:endParaRPr lang="en-IN" dirty="0"/>
          </a:p>
          <a:p>
            <a:r>
              <a:rPr lang="en-IN" dirty="0"/>
              <a:t>      Maven (Build Tool)</a:t>
            </a:r>
          </a:p>
          <a:p>
            <a:r>
              <a:rPr lang="en-IN" dirty="0"/>
              <a:t>      Postman (API Testing)</a:t>
            </a:r>
          </a:p>
          <a:p>
            <a:r>
              <a:rPr lang="en-IN" dirty="0"/>
              <a:t>      Git / GitHub (Version Control)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651DD-FB8C-AC32-05C4-17F5CF87DF04}"/>
              </a:ext>
            </a:extLst>
          </p:cNvPr>
          <p:cNvSpPr txBox="1"/>
          <p:nvPr/>
        </p:nvSpPr>
        <p:spPr>
          <a:xfrm>
            <a:off x="3215148" y="560476"/>
            <a:ext cx="61156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5271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2FE6-49D4-93D2-F5B2-A193C9A9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Module1 – </a:t>
            </a:r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User Authentication &amp; Role Management</a:t>
            </a:r>
            <a:endParaRPr lang="en-IN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6C46F-DCBB-3042-EF77-741FB925B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1.What It Does:</a:t>
            </a:r>
          </a:p>
          <a:p>
            <a:r>
              <a:rPr lang="en-US" dirty="0"/>
              <a:t>Controls who can log in and what they can access</a:t>
            </a:r>
          </a:p>
          <a:p>
            <a:r>
              <a:rPr lang="en-US" dirty="0"/>
              <a:t>Manages user roles (Admin, Employee)</a:t>
            </a:r>
          </a:p>
          <a:p>
            <a:r>
              <a:rPr lang="en-US" dirty="0"/>
              <a:t>Ensures only authorized users access the system</a:t>
            </a:r>
          </a:p>
          <a:p>
            <a:pPr marL="0" indent="0">
              <a:buNone/>
            </a:pPr>
            <a:r>
              <a:rPr lang="en-US" dirty="0"/>
              <a:t>2.Key Features:</a:t>
            </a:r>
          </a:p>
          <a:p>
            <a:r>
              <a:rPr lang="en-US" dirty="0"/>
              <a:t>Secure login system</a:t>
            </a:r>
          </a:p>
          <a:p>
            <a:r>
              <a:rPr lang="en-US" dirty="0"/>
              <a:t>JWT-based authentication</a:t>
            </a:r>
          </a:p>
          <a:p>
            <a:r>
              <a:rPr lang="en-US" dirty="0"/>
              <a:t>Role-based access control (Admin / Employee)</a:t>
            </a:r>
          </a:p>
          <a:p>
            <a:r>
              <a:rPr lang="en-US" dirty="0"/>
              <a:t>Admin can create, update, or delete user accounts</a:t>
            </a:r>
          </a:p>
        </p:txBody>
      </p:sp>
    </p:spTree>
    <p:extLst>
      <p:ext uri="{BB962C8B-B14F-4D97-AF65-F5344CB8AC3E}">
        <p14:creationId xmlns:p14="http://schemas.microsoft.com/office/powerpoint/2010/main" val="162834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95F94D-9D71-7CF0-F62C-0B54B266838B}"/>
              </a:ext>
            </a:extLst>
          </p:cNvPr>
          <p:cNvSpPr txBox="1"/>
          <p:nvPr/>
        </p:nvSpPr>
        <p:spPr>
          <a:xfrm>
            <a:off x="1091381" y="1130710"/>
            <a:ext cx="9665109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Authentication Module – Working Process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  <a:p>
            <a:pPr>
              <a:buNone/>
            </a:pP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User Class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Represents user details: </a:t>
            </a:r>
            <a:r>
              <a:rPr lang="en-IN" dirty="0">
                <a:latin typeface="Courier New" panose="02070309020205020404" pitchFamily="49" charset="0"/>
              </a:rPr>
              <a:t>id</a:t>
            </a:r>
            <a:r>
              <a:rPr lang="en-IN" dirty="0"/>
              <a:t>, </a:t>
            </a:r>
            <a:r>
              <a:rPr lang="en-IN" dirty="0">
                <a:latin typeface="Courier New" panose="02070309020205020404" pitchFamily="49" charset="0"/>
              </a:rPr>
              <a:t>name</a:t>
            </a:r>
            <a:r>
              <a:rPr lang="en-IN" dirty="0"/>
              <a:t>, </a:t>
            </a:r>
            <a:r>
              <a:rPr lang="en-IN" dirty="0">
                <a:latin typeface="Courier New" panose="02070309020205020404" pitchFamily="49" charset="0"/>
              </a:rPr>
              <a:t>username</a:t>
            </a:r>
            <a:r>
              <a:rPr lang="en-IN" dirty="0"/>
              <a:t>, </a:t>
            </a:r>
            <a:r>
              <a:rPr lang="en-IN" dirty="0">
                <a:latin typeface="Courier New" panose="02070309020205020404" pitchFamily="49" charset="0"/>
              </a:rPr>
              <a:t>password</a:t>
            </a:r>
            <a:r>
              <a:rPr lang="en-IN" dirty="0"/>
              <a:t>, </a:t>
            </a:r>
            <a:r>
              <a:rPr lang="en-IN" dirty="0">
                <a:latin typeface="Courier New" panose="02070309020205020404" pitchFamily="49" charset="0"/>
              </a:rPr>
              <a:t>role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AuthController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Receives login request from user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Sends credentials to </a:t>
            </a:r>
            <a:r>
              <a:rPr lang="en-IN" dirty="0" err="1"/>
              <a:t>AuthService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AuthService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Validates login using </a:t>
            </a:r>
            <a:r>
              <a:rPr lang="en-IN" dirty="0" err="1">
                <a:latin typeface="+mj-lt"/>
              </a:rPr>
              <a:t>validateLogin</a:t>
            </a:r>
            <a:r>
              <a:rPr lang="en-IN" dirty="0">
                <a:latin typeface="+mj-lt"/>
              </a:rPr>
              <a:t>(username, password)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Checks if user exists and password matches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UserRepository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Talks to the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Method: </a:t>
            </a:r>
            <a:r>
              <a:rPr lang="en-IN" dirty="0" err="1">
                <a:latin typeface="+mj-lt"/>
              </a:rPr>
              <a:t>findUserByUsername</a:t>
            </a:r>
            <a:r>
              <a:rPr lang="en-IN" dirty="0">
                <a:latin typeface="+mj-lt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Returns user details to </a:t>
            </a:r>
            <a:r>
              <a:rPr lang="en-IN" dirty="0" err="1"/>
              <a:t>AuthService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55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F459-2A56-70A6-839D-6601DAEAA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Authentication Flow</a:t>
            </a:r>
            <a:b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3F9D0-6B23-4D89-7A03-91E95A30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N" dirty="0"/>
              <a:t>User enters username &amp; password</a:t>
            </a:r>
          </a:p>
          <a:p>
            <a:pPr>
              <a:buFont typeface="+mj-lt"/>
              <a:buAutoNum type="arabicPeriod"/>
            </a:pPr>
            <a:r>
              <a:rPr lang="en-IN" dirty="0" err="1"/>
              <a:t>AuthController</a:t>
            </a:r>
            <a:r>
              <a:rPr lang="en-IN" dirty="0"/>
              <a:t> receives login request</a:t>
            </a:r>
          </a:p>
          <a:p>
            <a:pPr>
              <a:buFont typeface="+mj-lt"/>
              <a:buAutoNum type="arabicPeriod"/>
            </a:pPr>
            <a:r>
              <a:rPr lang="en-IN" dirty="0" err="1"/>
              <a:t>AuthService</a:t>
            </a:r>
            <a:r>
              <a:rPr lang="en-IN" dirty="0"/>
              <a:t> validates credentials</a:t>
            </a:r>
          </a:p>
          <a:p>
            <a:pPr>
              <a:buFont typeface="+mj-lt"/>
              <a:buAutoNum type="arabicPeriod"/>
            </a:pPr>
            <a:r>
              <a:rPr lang="en-IN" dirty="0" err="1"/>
              <a:t>UserRepository</a:t>
            </a:r>
            <a:r>
              <a:rPr lang="en-IN" dirty="0"/>
              <a:t> fetches user from database</a:t>
            </a:r>
          </a:p>
          <a:p>
            <a:pPr>
              <a:buFont typeface="+mj-lt"/>
              <a:buAutoNum type="arabicPeriod"/>
            </a:pPr>
            <a:r>
              <a:rPr lang="en-IN" dirty="0"/>
              <a:t>If valid → Login Successful</a:t>
            </a:r>
          </a:p>
          <a:p>
            <a:pPr>
              <a:buFont typeface="+mj-lt"/>
              <a:buAutoNum type="arabicPeriod"/>
            </a:pPr>
            <a:r>
              <a:rPr lang="en-IN" dirty="0"/>
              <a:t>Else → Login Failed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520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A3E0E-D595-3689-8AF6-B8AD5F36F54E}"/>
              </a:ext>
            </a:extLst>
          </p:cNvPr>
          <p:cNvSpPr txBox="1"/>
          <p:nvPr/>
        </p:nvSpPr>
        <p:spPr>
          <a:xfrm>
            <a:off x="3588774" y="2706018"/>
            <a:ext cx="61844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You..</a:t>
            </a:r>
          </a:p>
        </p:txBody>
      </p:sp>
    </p:spTree>
    <p:extLst>
      <p:ext uri="{BB962C8B-B14F-4D97-AF65-F5344CB8AC3E}">
        <p14:creationId xmlns:p14="http://schemas.microsoft.com/office/powerpoint/2010/main" val="39534664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118</TotalTime>
  <Words>584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Garamond</vt:lpstr>
      <vt:lpstr>Organic</vt:lpstr>
      <vt:lpstr>Inventra Intelligent Inventory Management System</vt:lpstr>
      <vt:lpstr>Inventra Intelligent Inventory Management System</vt:lpstr>
      <vt:lpstr>PROJECT DESCRIPTION</vt:lpstr>
      <vt:lpstr>PROJECT STATEMENT</vt:lpstr>
      <vt:lpstr>Proposed System</vt:lpstr>
      <vt:lpstr>1. Authentication Module</vt:lpstr>
      <vt:lpstr>2. Product / Inventory Management Module</vt:lpstr>
      <vt:lpstr>3. Inventory Alerts Module</vt:lpstr>
      <vt:lpstr>4. Reports &amp; Analytics Module</vt:lpstr>
      <vt:lpstr>PowerPoint Presentation</vt:lpstr>
      <vt:lpstr>Module1 – User Authentication &amp; Role Management</vt:lpstr>
      <vt:lpstr>PowerPoint Presentation</vt:lpstr>
      <vt:lpstr>Authentication Flow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vaishnavishahajivankalas@outlook.com</dc:creator>
  <cp:lastModifiedBy>vaishnavishahajivankalas@outlook.com</cp:lastModifiedBy>
  <cp:revision>3</cp:revision>
  <dcterms:created xsi:type="dcterms:W3CDTF">2025-12-02T14:50:21Z</dcterms:created>
  <dcterms:modified xsi:type="dcterms:W3CDTF">2026-02-05T13:14:43Z</dcterms:modified>
</cp:coreProperties>
</file>